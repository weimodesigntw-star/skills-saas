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48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上線驗證報告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2026-02-17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5303520"/>
            <a:ext cx="2286000" cy="7315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測試總覽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 Skills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5544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38328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測試項目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5544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通過項目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15544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05256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通過率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四項核心文件技能全部通過，可正式上線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各 Skill 驗證結果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1097280"/>
                <a:gridCol w="109728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狀態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 文件建立與編輯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通過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XLSX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試算表建立與公式計算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通過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簡報建立與視覺渲染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通過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建立、讀取、操作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通過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Creator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技能建立工具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部分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Shortcut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快捷指令建立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通過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已知問題與建議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Skill Creator 模板 Bug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init_skill.py 產生的 YAML description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[方括號] 語法，被解析為陣列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而非字串。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影響：quick_validate 與 package_skill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無法執行。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解法：手動將 description 改為引號格式。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0292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上線建議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 — 直接上線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 — 直接上線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— 直接上線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— 直接上線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Creator — 注意模板 bug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Shortcut — 直接上線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結論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所有核心文件技能通過驗證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可正式上線使用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4572000"/>
            <a:ext cx="27432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Production Readiness — Verified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上線驗證報告</dc:title>
  <dc:subject>PptxGenJS Presentation</dc:subject>
  <dc:creator>Cowork Skills Validator</dc:creator>
  <cp:lastModifiedBy>Cowork Skills Validator</cp:lastModifiedBy>
  <cp:revision>1</cp:revision>
  <dcterms:created xsi:type="dcterms:W3CDTF">2026-02-17T05:05:01Z</dcterms:created>
  <dcterms:modified xsi:type="dcterms:W3CDTF">2026-02-17T05:05:01Z</dcterms:modified>
</cp:coreProperties>
</file>